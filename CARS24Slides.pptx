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CARS24 ORM Dashboard – Sell Side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Analytics &amp; Strategy Intern Assignment | 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leadership a concise overview of customer sentiment on sell-side</a:t>
            </a:r>
          </a:p>
          <a:p>
            <a:r>
              <a:t>Analyze online mentions across social platforms and forums</a:t>
            </a:r>
          </a:p>
          <a:p>
            <a:r>
              <a:t>Evaluate effectiveness of ticket resolution and winback process</a:t>
            </a:r>
          </a:p>
          <a:p>
            <a:r>
              <a:t>Identify key customer pain points and improvement areas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Dummy data created for assessment purposes</a:t>
            </a:r>
          </a:p>
          <a:p>
            <a:r>
              <a:t>Time period: December 2024</a:t>
            </a:r>
          </a:p>
          <a:p>
            <a:r>
              <a:t>One row represents one customer mention</a:t>
            </a:r>
          </a:p>
          <a:p>
            <a:r>
              <a:t>Tickets created mainly for negative mentions</a:t>
            </a:r>
          </a:p>
          <a:p>
            <a:r>
              <a:t>Winback means issue resolved or post corrected</a:t>
            </a:r>
          </a:p>
          <a:p>
            <a:r>
              <a:t>TAT measured in 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 – Leadership Overview</a:t>
            </a:r>
          </a:p>
        </p:txBody>
      </p:sp>
      <p:pic>
        <p:nvPicPr>
          <p:cNvPr id="3" name="Picture 2" descr="723d5a6d-aa2f-4909-8507-046021198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48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 – Ticket &amp; Resolution</a:t>
            </a:r>
          </a:p>
        </p:txBody>
      </p:sp>
      <p:pic>
        <p:nvPicPr>
          <p:cNvPr id="3" name="Picture 2" descr="d20e5c3a-6ce9-4ce4-9906-b9dce793b0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56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3 – Customer Pain Points</a:t>
            </a:r>
          </a:p>
        </p:txBody>
      </p:sp>
      <p:pic>
        <p:nvPicPr>
          <p:cNvPr id="3" name="Picture 2" descr="711e6a5f-1eaf-47c2-bdc0-a347e9ded7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04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and pickup delays are major complaint drivers</a:t>
            </a:r>
          </a:p>
          <a:p>
            <a:r>
              <a:t>Winback rate around 54% shows scope for improvement</a:t>
            </a:r>
          </a:p>
          <a:p>
            <a:r>
              <a:t>Instagram and Facebook generate highest ORM volume</a:t>
            </a:r>
          </a:p>
          <a:p>
            <a:r>
              <a:t>Higher TAT leads to lower CSAT</a:t>
            </a:r>
          </a:p>
          <a:p>
            <a:r>
              <a:t>Duplicate mentions highlight unresolved issues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payment and pickup turnaround time</a:t>
            </a:r>
          </a:p>
          <a:p>
            <a:r>
              <a:t>Improve RC transfer and documentation process</a:t>
            </a:r>
          </a:p>
          <a:p>
            <a:r>
              <a:t>Focus ORM efforts on high-volume platforms</a:t>
            </a:r>
          </a:p>
          <a:p>
            <a:r>
              <a:t>Proactively handle repeat complaints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